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中文测试：跨境贸易情报采集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Test English mixed 中英混排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2026-06-09T16:11:48Z</dcterms:created>
  <dcterms:modified xsi:type="dcterms:W3CDTF">2026-06-09T16:11:48Z</dcterms:modified>
</cp:coreProperties>
</file>